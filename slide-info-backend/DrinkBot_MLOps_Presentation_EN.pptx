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108960" cy="411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8350F"/>
                </a:solidFill>
              </a:defRPr>
            </a:pPr>
            <a:r>
              <a:t>☕ F&amp;B AI WORKSHOP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78350F"/>
                </a:solidFill>
              </a:defRPr>
            </a:pPr>
            <a:r>
              <a:t>DrinkBot MLOps</a:t>
            </a:r>
          </a:p>
          <a:p>
            <a:pPr>
              <a:spcBef>
                <a:spcPts val="800"/>
              </a:spcBef>
              <a:defRPr sz="3000" b="1">
                <a:solidFill>
                  <a:srgbClr val="0F172A"/>
                </a:solidFill>
              </a:defRPr>
            </a:pPr>
            <a:r>
              <a:t>Smart Beverage Assistant &amp; MLOps Platform</a:t>
            </a:r>
          </a:p>
          <a:p>
            <a:pPr>
              <a:spcBef>
                <a:spcPts val="1200"/>
              </a:spcBef>
              <a:defRPr sz="1600">
                <a:solidFill>
                  <a:srgbClr val="64748B"/>
                </a:solidFill>
              </a:defRPr>
            </a:pPr>
            <a:r>
              <a:t>Autonomous AI drink ordering, customer preference memory, prompt version control,</a:t>
            </a:r>
            <a:br/>
            <a:r>
              <a:t>and high-availability multi-model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46888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24688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API BACKEND</a:t>
            </a:r>
          </a:p>
          <a:p>
            <a:pPr>
              <a:spcBef>
                <a:spcPts val="800"/>
              </a:spcBef>
              <a:defRPr sz="2000" b="1">
                <a:solidFill>
                  <a:srgbClr val="0F172A"/>
                </a:solidFill>
              </a:defRPr>
            </a:pPr>
            <a:r>
              <a:t>Python API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Fast, modular &amp; async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97680"/>
            <a:ext cx="246888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4297680"/>
            <a:ext cx="24688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DATA STORAGE</a:t>
            </a:r>
          </a:p>
          <a:p>
            <a:pPr>
              <a:spcBef>
                <a:spcPts val="800"/>
              </a:spcBef>
              <a:defRPr sz="2000" b="1">
                <a:solidFill>
                  <a:srgbClr val="0F172A"/>
                </a:solidFill>
              </a:defRPr>
            </a:pPr>
            <a:r>
              <a:t>SQL Database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Relational customer &amp; order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246888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297680"/>
            <a:ext cx="24688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AI ENGINE</a:t>
            </a:r>
          </a:p>
          <a:p>
            <a:pPr>
              <a:spcBef>
                <a:spcPts val="800"/>
              </a:spcBef>
              <a:defRPr sz="2000" b="1">
                <a:solidFill>
                  <a:srgbClr val="0F172A"/>
                </a:solidFill>
              </a:defRPr>
            </a:pPr>
            <a:r>
              <a:t>Smart AI Agent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Interactive chat &amp;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297680"/>
            <a:ext cx="246888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4297680"/>
            <a:ext cx="2468880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480560"/>
            <a:ext cx="2103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QUALITY</a:t>
            </a:r>
          </a:p>
          <a:p>
            <a:pPr>
              <a:spcBef>
                <a:spcPts val="800"/>
              </a:spcBef>
              <a:defRPr sz="2000" b="1">
                <a:solidFill>
                  <a:srgbClr val="0F172A"/>
                </a:solidFill>
              </a:defRPr>
            </a:pPr>
            <a:r>
              <a:t>100% Tests Passed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73 automated checks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GOALS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Project Goals &amp; Evaluation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Balancing consumer-facing drink service with enterprise MLOps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Smart Beverage Service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Customer Information: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Captures customer name, phone number, and delivery address.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Diverse Drink Menu: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Recommends Coffee, Detox teas, Protein shakes, and Juices.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Preference Memory: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Remembers taste preferences, sweetness, ice level, and allergies.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MLOps Standards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Prompt Versioning: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Prompts managed in database with one-click rollback.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Full Telemetry: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Monitors AI cost, token usage, and response latency per message.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Custom AI Models: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Trained models tailored specifically for drink ordering.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E123C"/>
                </a:solidFill>
              </a:defRPr>
            </a:pPr>
            <a:r>
              <a:t>Transparent Status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Core Service: 100% Done: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Chatbot, allergy safety, and database storage fully operating.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Continuous Tracking: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All conversation history and operational costs recorded.</a:t>
            </a:r>
          </a:p>
          <a:p>
            <a:pPr>
              <a:spcBef>
                <a:spcPts val="1400"/>
              </a:spcBef>
              <a:defRPr sz="1600" b="1">
                <a:solidFill>
                  <a:srgbClr val="0F172A"/>
                </a:solidFill>
              </a:defRPr>
            </a:pPr>
            <a:r>
              <a:t>• Next Cloud Step: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Currently using direct Cloud AI; Private Cloud integration is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System Architecture &amp; Core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Modular and reliable foundation built for speed, safety, and scalability.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4688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API BACKEND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Python Web API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High-speed async request processing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Secure phone-based customer login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Clean API endpoints for chat and menu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Automatic data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4688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DATA STORAGE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SQL Database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Customer profiles &amp; taste preferences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Full beverage catalog &amp; live inventory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Customer order history &amp; statuses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Audit records &amp; version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4688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AI AGENT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Intelligent Agent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Understands customer drink requests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Suggests drinks based on preferences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Drafts orders with real-time totals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Strict Python-based allergy filters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468880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DEVOPS &amp; QA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Docker Containers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Packaged with Docker Compose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Unified gateway for web &amp; backend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73 automated tests passing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Instant deployment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Customer Profiles &amp; Menu 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Capturing customer preferences while protecting health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Customer Profile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Core Contact Details: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Phone number, full name, and delivery address.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Flavor Preferences: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Sweetness, bitterness, fruity tastes, and temperature.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Health &amp; Caffeine: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Caffeine preferences (high/low/decaf) and dietary notes.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Allergy Safety: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Recorded food allergies (dairy, nuts, gluten).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Menu &amp; Orders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Beverage Catalog: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Drink names, descriptions, prices, and allergen flags.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Diverse Drink Options: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Coffee, Teas, Detox blends, Protein shakes, Juices.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Live Order Tracking: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Tracks items, item quantities, and total order amounts.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Order Status Flow: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Clear status lifecycle: Pending → Confirmed → Completed.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46E5"/>
                </a:solidFill>
              </a:defRPr>
            </a:pPr>
            <a:r>
              <a:t>Operational Logs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Chat History: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Records user messages and AI recommendations.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AI Usage Tracking: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Monitors token count and exact costs for every message.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Prompt Version History: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Maintains active prompt templates and revision logs.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Pending Approvals: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Holds profile changes until verified by customer.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AI SAFETY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AI Agent &amp; Two-Stage Human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Smart conversational recommendations backed by strict safety guardrails.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D97706"/>
                </a:solidFill>
              </a:defRPr>
            </a:pPr>
            <a:r>
              <a:t>1. Conversational Agent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Natural Dialogue: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Understands customer drink requests in plain language.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Smart Tools: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Automatically looks up drinks, updates profiles, and drafts orders.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Menu Grounding: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Only references actual drinks and prices in the catalog.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Loop Protection: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Built-in limits prevent repetitive or runaway responses.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BE123C"/>
                </a:solidFill>
              </a:defRPr>
            </a:pPr>
            <a:r>
              <a:t>2. Allergy Safety Gate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Code-Level Safety: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Health safety rules enforced by strict code, not left to AI.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Allergen Exclusion: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Automatically eliminates drinks matching customer allergies.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Safe Menu Filtering: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Customers allergic to dairy never receive milk drink suggestions.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100% Tested: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Validated by comprehensive automated test suites.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47857"/>
                </a:solidFill>
              </a:defRPr>
            </a:pPr>
            <a:r>
              <a:t>3. Human Confirmation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Order Preview Gate: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Orders are only placed after the customer clicks Confirm.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Profile Update Gate: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Changes to taste or address require explicit customer approval.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Read-Only Agility: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Instant menu suggestions with safe confirmation on key actions.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Zero Surprises: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Customers maintain complete control over orders and personal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PROMPT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Database-Backed Prompt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Managing AI instructions dynamically without server redeployments.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2120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</a:defRPr>
            </a:pPr>
            <a:r>
              <a:t>Centralized Prompt Storage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✔ Database Storage: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Prompts saved in database tables, replacing hardcoded text in code.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✔ Clear Version History: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Organized versioning (v1.0, v1.1, v1.2) with authors and timestamps.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✔ Template Verification: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Validates required fields before publishing to prevent errors.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✔ Audit Tracking: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Every AI response records the exact prompt version 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Instant Rollback &amp; Updates</a:t>
            </a:r>
          </a:p>
          <a:p>
            <a:pPr>
              <a:spcBef>
                <a:spcPts val="1400"/>
              </a:spcBef>
              <a:defRPr sz="1700" b="1">
                <a:solidFill>
                  <a:srgbClr val="78350F"/>
                </a:solidFill>
              </a:defRPr>
            </a:pPr>
            <a:r>
              <a:t>▶ Live Updates: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Publish improved prompt guidelines directly to live users.</a:t>
            </a:r>
          </a:p>
          <a:p>
            <a:pPr>
              <a:spcBef>
                <a:spcPts val="1400"/>
              </a:spcBef>
              <a:defRPr sz="1700" b="1">
                <a:solidFill>
                  <a:srgbClr val="78350F"/>
                </a:solidFill>
              </a:defRPr>
            </a:pPr>
            <a:r>
              <a:t>▶ One-Click Rollback: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Instantly revert to a previous prompt version if needed.</a:t>
            </a:r>
          </a:p>
          <a:p>
            <a:pPr>
              <a:spcBef>
                <a:spcPts val="1400"/>
              </a:spcBef>
              <a:defRPr sz="1700" b="1">
                <a:solidFill>
                  <a:srgbClr val="78350F"/>
                </a:solidFill>
              </a:defRPr>
            </a:pPr>
            <a:r>
              <a:t>▶ Zero Downtime: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Update AI behavior without restarting backend servers.</a:t>
            </a:r>
          </a:p>
          <a:p>
            <a:pPr>
              <a:spcBef>
                <a:spcPts val="1400"/>
              </a:spcBef>
              <a:defRPr sz="1700" b="1">
                <a:solidFill>
                  <a:srgbClr val="78350F"/>
                </a:solidFill>
              </a:defRPr>
            </a:pPr>
            <a:r>
              <a:t>▶ Safe A/B Testing: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Test seasonal promotional prompts safely on live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RELIABILITY &amp;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High Availability &amp; Operational Cost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Ensuring 24/7 service uptime with complete visibility into AI expenses.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2120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Always-On AI Reliability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Primary Cloud AI: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High-intelligence cloud model delivers rich conversational quality.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Auto-Fallback Protection: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Automatically switches to local AI if internet or cloud APIs drop.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Local Offline AI: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Runs on local server hardware with zero ongoing API costs.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Uninterrupted Service: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Customers never see an outage or blank screen during peak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</a:defRPr>
            </a:pPr>
            <a:r>
              <a:t>Cost &amp; Performance Auditing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Detailed Activity Logs: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Every message logs response time, success status, and AI model used.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Real-Time Cost Tracking: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Calculates exact token counts and costs to fractions of a cent.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Database Accounting: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Usage metrics saved alongside customer messages for cost auditing.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</a:defRPr>
            </a:pPr>
            <a:r>
              <a:t>• Live Monitoring Dashboard: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Provides end-to-end visibility into response speed and system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CUSTOM AI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Custom AI Models &amp; Intelligent Drink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Tailoring AI models specifically to beverage ordering and local tastes.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D97706"/>
                </a:solidFill>
              </a:defRPr>
            </a:pPr>
            <a:r>
              <a:t>AI Model Registry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Central Model Hub: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Organizes trained models, training settings, and versions.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Learning Progress: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Tracks training loss curves and accuracy metrics over time.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Dataset Lineage: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Connects model versions to exact training datasets for auditing.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Seamless Model Swapping: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Switch between candidate models easily from the admin panel.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4F46E5"/>
                </a:solidFill>
              </a:defRPr>
            </a:pPr>
            <a:r>
              <a:t>Specialized Drink AI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Tailored Training: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Fine-tuned specifically for natural beverage ordering conversations.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Lightweight &amp; Fast: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Compact model architecture runs efficiently on local hardware.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Local Drink Knowledge: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Understands regional drink preferences and ordering phrasing.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Cost-Effective: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Reduces reliance on expensive third-party cloud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47857"/>
                </a:solidFill>
              </a:defRPr>
            </a:pPr>
            <a:r>
              <a:t>Smart Semantic Search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Natural Search: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Understands customer intent even when drink names are misspelled.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Slang Recognition: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Accurately interprets beverage slang and local drink nicknames.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Smart Recommendations: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Matches taste descriptions ('sweet but refreshing') to the menu.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• Proven Accuracy: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Delivers +28.5% measured improvement in drink recommendation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WORKSHOP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Scorecard vs Workshop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Clear, transparent assessment against core project requirements.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5059375"/>
              </a:tblGrid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Workshop Requirement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Technical Verification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1. Collect customer name, phone,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Validated contact fields saved in database.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2. Recommend Detox, Coffee, Protein drinks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Catalog includes Protein, Detox, Coffee, and Tea.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3. Track chat history to monitor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B45309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Messages, cost, and tokens logged; rating button next.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E123C"/>
                          </a:solidFill>
                        </a:defRPr>
                      </a:pPr>
                      <a:r>
                        <a:t>4. Enterprise Private Cloud AI Connection</a:t>
                      </a:r>
                    </a:p>
                  </a:txBody>
                  <a:tcPr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BE123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Currently using direct Cloud AI; Private Cloud next.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5. Containerize with Docker for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Full Docker Compose setup for backend and database.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6. Track AI model &amp; cost per message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Tokens and expenses recorded for every interaction.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7. Prompt version control &amp; instant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Prompts managed in database with one-click restore.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8. AI agent with human confirmation 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Customer confirms orders and profile updates before saving.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6053328"/>
            <a:ext cx="10728655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🎯 Summary: 7 of 8 Core Requirements Completed (87.5%) • Focus next on Enterprise Private Cloud 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DrinkBot MLOps • F&amp;B AI Assistant &amp; Management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Strategic Roadmap &amp; Open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Clear priorities to achieve enterprise-ready beverage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123C"/>
                </a:solidFill>
              </a:defRPr>
            </a:pPr>
            <a:r>
              <a:t>PRIORITY 1: CLOUD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Private Cloud AI Connection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Connect AI models through dedicated private cloud endpoints.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Satisfy corporate network security standards without public internet exposure.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Complete the remaining cloud infrastructure requirement.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PRIORITY 2: FEEDBACK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Customer Rating Feedback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Add simple Thumbs Up / Down buttons on chatbot messages.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Gather direct customer feedback on drink suggestions.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Build automated quality datasets to continuously improve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PRIORITY 3: AUTOMATION</a:t>
            </a:r>
          </a:p>
          <a:p>
            <a:pPr>
              <a:spcBef>
                <a:spcPts val="400"/>
              </a:spcBef>
              <a:defRPr sz="1700" b="1">
                <a:solidFill>
                  <a:srgbClr val="0F172A"/>
                </a:solidFill>
              </a:defRPr>
            </a:pPr>
            <a:r>
              <a:t>Continuous Model Updates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Automatically retrain models as new seasonal drinks are added.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Run 73 automated quality tests before releasing new models.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Ensure zero downtime when rolling out improved AI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166360"/>
            <a:ext cx="8534095" cy="1234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5257800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8350F"/>
                </a:solidFill>
              </a:defRPr>
            </a:pPr>
            <a:r>
              <a:t>☕ THANK YOU FOR YOUR TIME!</a:t>
            </a:r>
          </a:p>
          <a:p>
            <a:pPr algn="ctr">
              <a:spcBef>
                <a:spcPts val="400"/>
              </a:spcBef>
              <a:defRPr sz="1500">
                <a:solidFill>
                  <a:srgbClr val="1E293B"/>
                </a:solidFill>
              </a:defRPr>
            </a:pPr>
            <a:r>
              <a:t>DrinkBot MLOps — Open for 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